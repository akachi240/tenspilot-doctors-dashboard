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"/>
            <a:ext cx="91440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54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TensPilot+ Remote Therapy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B82F6"/>
                </a:solidFill>
              </a:rPr>
              <a:t>TensPilot+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8FAFC"/>
                </a:solidFill>
              </a:rPr>
              <a:t>Remote Therapy Monitoring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Bridging the gap between clinic and home pain management.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1. Problem &amp; Motivation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The Core Problem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TENS is highly effective for pain, but used entirely "in the dark" at home.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Doctors have zero visibility into patient compliance or efficacy.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Patients often use incorrect parameters or feel unsupported.
</a:t>
            </a:r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Our Motivation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To create a real-time, AI-assisted monitoring ecosystem that connects the patient's living room directly to the doctor's dashboard.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2. Background &amp; Related 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Current Landscape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Reliance on subjective, easily lost paper "pain diaries."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Existing smart TENS units are proprietary, offline, and prohibitively expensive.
</a:t>
            </a:r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The TensPilot+ Difference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We built a universal software ecosystem.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Captures telemetry from ANY TENS session and pushes it securely to a clinical portal in real-time.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3. Approach &amp; Uniqueness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Dual-Platform Architecture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1. Patient Companion App: A Progressive Web App (PWA) for logging sessions &amp; AI guidance.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2. Doctor Dashboard: A clinical portal for tracking compliance and generating secure access codes.
</a:t>
            </a:r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Why it's Unique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Real-Time Telemetry: Powered by Firebase Firestore.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AI Virtual Assistant: Integrated Google Gemini API for 24/7 patient support.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Accessible: Runs on any low-cost smartphone browser.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4. Local Content &amp; Accessibility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Solving Local Healthcare Challenges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Reduces the burden on overcrowded physiotherapy clinics and long hospital wait times.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Enables remote patient monitoring without requiring expensive proprietary hardware.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As a Progressive Web App (PWA), it bypasses app store restrictions and works on low-end devices, making advanced telehealth accessible to the local populace.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5. Knowledge of Research Area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Clinical Metrics Tracked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TENS Parameters: Pulse Width, Frequency (Hz), and Intensity (mA).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Pain Scales: Calculates "Pain Reduction Percentage" using standard Visual Analog Scales (VAS).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Security &amp; Privacy: Patient data is siloed and protected using secure unique IDs and noSQL document databases.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6. Significance of Contribution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A Massive Leap for Telemedicine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For Doctors: Transforms subjective feedback into objective data (Compliance Rates, Avg Relief).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For Patients: Democratizes access to expert guidance via the Gemini AI, ensuring they are never "alone."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For the Healthcare System: A scalable, low-cost model that can drastically reduce hospital outpatient visits for chronic pain sufferers.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7. Live Practical Demonstration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Watch the Ecosystem in Action: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1. Onboarding: Generating a secure 6-digit access code on the Doctor Dashboard.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2. Linking: Connecting the Patient App to the Clinic.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3. Real-Time Sync: Logging a session on the phone and watching the dashboard update instantly.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4. AI Assistant: Asking the Gemini AI a medical question for real-time guidance.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2026-06-05T12:43:52Z</dcterms:created>
  <dcterms:modified xsi:type="dcterms:W3CDTF">2026-06-05T12:43:52Z</dcterms:modified>
</cp:coreProperties>
</file>