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07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TensPilot+ Smart Telemetry Ecosystem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CODET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Dual-Mode TENS Device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Companion Web Application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40958" y="1149178"/>
            <a:ext cx="7988642" cy="3148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The Problem &amp; Our Solution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Hardware Design &amp; Specifications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Testing &amp; Clinical Results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Two Therapy Modes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Software Ecosystem (Patient &amp; Doctor)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AI Integration (Gemini)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Innovation &amp; Key Features</a:t>
            </a:r>
            <a:endParaRPr lang="en-US" sz="1600" dirty="0"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F8FAFC"/>
                </a:solidFill>
                <a:latin typeface="Arial Narrow" panose="020B0606020202030204" pitchFamily="34" charset="0"/>
                <a:ea typeface="Calibri" pitchFamily="34" charset="-122"/>
                <a:cs typeface="Calibri" pitchFamily="34" charset="-120"/>
              </a:rPr>
              <a:t>• Impact &amp; SDGs</a:t>
            </a:r>
            <a:endParaRPr lang="en-US" sz="1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 &amp; 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TENS machines are standalone systems.</a:t>
            </a:r>
            <a:endParaRPr lang="en-US" sz="18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tracking of pulse width, frequency, or intensity.</a:t>
            </a:r>
            <a:endParaRPr lang="en-US" sz="18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Reliance on unreliable paper diaries.</a:t>
            </a:r>
            <a:endParaRPr lang="en-US" sz="18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Doctors have limited visibility into home therapy.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locally developed TENS device integrated with an intelligent monitoring platform to bridge the gap between home and hospital.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Hardware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HARDWARE PHOTO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(Device showing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LCD display, controls &amp; layout)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 Uno (ATmega328P)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L298N H-Bridge driver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XL6009 Boost converter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20x4 LCD display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5V Power Bank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Size: 150×100×56 mm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Weight: ~350g</a:t>
            </a:r>
            <a:endParaRPr lang="en-US" sz="18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Battery: 4+ hours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5B742A-CFDC-7EDE-86B7-94825B4D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988" b="24084"/>
          <a:stretch>
            <a:fillRect/>
          </a:stretch>
        </p:blipFill>
        <p:spPr>
          <a:xfrm>
            <a:off x="800002" y="1188720"/>
            <a:ext cx="3320976" cy="3630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Testing &amp;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12 Volunteers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Signal accuracy: ±2%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 balance: &gt;98%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Frequency range: 1–120 Hz stable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life: 4+ hours continuous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Conventional mode: smooth tingling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Acupuncture mode: rhythmic tapping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adverse effects reported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 electrical parameters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323DB6-17D5-BF1A-A9B1-710BA4D8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122" t="6606" r="33986" b="9790"/>
          <a:stretch>
            <a:fillRect/>
          </a:stretch>
        </p:blipFill>
        <p:spPr>
          <a:xfrm>
            <a:off x="45285" y="1058356"/>
            <a:ext cx="2232398" cy="3291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1FB6E5-A75E-72D1-C081-90C20B0BD9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798" t="10931" r="6892" b="6907"/>
          <a:stretch>
            <a:fillRect/>
          </a:stretch>
        </p:blipFill>
        <p:spPr>
          <a:xfrm>
            <a:off x="2253245" y="2435825"/>
            <a:ext cx="2501635" cy="2486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Two Therapy Modes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20–120 Hz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pain relief (10–20 minutes)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acute pain &amp; muscle soreness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tingling sensation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ACUPUNCTURE-LIKE MODE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Hz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relief (90–180 minutes)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chronic &amp; neuropathic pain</a:t>
            </a: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endParaRPr lang="en-US" sz="18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Rhythmic tapping with contractions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Patient Companion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Home &amp; Setup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7744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Active Session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005840"/>
            <a:ext cx="1828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Session History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 Setup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Logging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 Tracking Algorithm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Access (PWA)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0942EF-ABE9-EAE1-6AFE-1A8606396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29" y="1285102"/>
            <a:ext cx="2012749" cy="35402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7056F0-3343-32A5-E939-1A5FC4FE4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000"/>
          <a:stretch>
            <a:fillRect/>
          </a:stretch>
        </p:blipFill>
        <p:spPr>
          <a:xfrm>
            <a:off x="2314372" y="905132"/>
            <a:ext cx="1983308" cy="3483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458329-90FF-3A4A-77D6-23F3A6BC30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4"/>
          <a:stretch>
            <a:fillRect/>
          </a:stretch>
        </p:blipFill>
        <p:spPr>
          <a:xfrm>
            <a:off x="4393714" y="1280160"/>
            <a:ext cx="2007086" cy="3589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Ecosystem: Cloud Sync &amp; Monitoring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Dashboard / Cloud Sync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Benefits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06081" y="1479722"/>
            <a:ext cx="3546389" cy="3056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Secure storage of treatment records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Connects patients directly with healthcare providers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Monitors therapy usage and adherence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Tracks pain improvement over time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8FAFC"/>
                </a:solidFill>
                <a:latin typeface="Bahnschrift SemiLight Condensed" panose="020B0502040204020203" pitchFamily="34" charset="0"/>
                <a:ea typeface="Calibri" pitchFamily="34" charset="-122"/>
                <a:cs typeface="Calibri" pitchFamily="34" charset="-120"/>
              </a:rPr>
              <a:t>Supports informed treatment decisions</a:t>
            </a:r>
            <a:endParaRPr lang="en-US" dirty="0">
              <a:latin typeface="Bahnschrift SemiLight Condensed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4903F6-7444-ED87-2701-A3D7BAF5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41" y="949925"/>
            <a:ext cx="5040160" cy="35865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AI Integration: Gemini Virtual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solidFill>
            <a:srgbClr val="0B1320"/>
          </a:solidFill>
          <a:ln w="25400"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AI Chat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</a:rPr>
              <a:t>Screenshot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Capabilities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0" y="1920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electrode placement based on pain type.</a:t>
            </a: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therapy guidance 24/7.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34747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patient misinformation.</a:t>
            </a: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Improves therapy adherence.</a:t>
            </a:r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0AE05F-2E96-4607-171E-F44DB46D9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89" t="5334" r="3852" b="7388"/>
          <a:stretch>
            <a:fillRect/>
          </a:stretch>
        </p:blipFill>
        <p:spPr>
          <a:xfrm>
            <a:off x="109949" y="1371600"/>
            <a:ext cx="4873527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Innovation &amp; 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Dual-mode capability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Arduino-based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Open-source design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20–30% cheaper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Progressive Web App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Offline-first (no internet)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data storage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Privacy-focused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20040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20116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data entry (current)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tracking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Progress analytics</a:t>
            </a: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endParaRPr lang="en-US" sz="16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Future: Bluetooth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Impact, Accessibility &amp; SDGs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 with low internet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Runs on low-end Android phones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Reduces transportation costs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Targets Vulnerable Demographics (Women, Elderly, </a:t>
            </a:r>
            <a:r>
              <a:rPr lang="en-US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SDGs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3: Good Health &amp; Well-being</a:t>
            </a: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9: Industry &amp; Innovation</a:t>
            </a: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10: Reduced Inequalities</a:t>
            </a: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endParaRPr lang="en-US" sz="18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SDG 17: Partnerships for the Goals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TensPilot+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541</Words>
  <Application>Microsoft Office PowerPoint</Application>
  <PresentationFormat>On-screen Show (16:9)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Narrow</vt:lpstr>
      <vt:lpstr>Bahnschrift SemiLight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Blessing Chukwuma</cp:lastModifiedBy>
  <cp:revision>2</cp:revision>
  <dcterms:created xsi:type="dcterms:W3CDTF">2026-06-08T11:05:14Z</dcterms:created>
  <dcterms:modified xsi:type="dcterms:W3CDTF">2026-06-08T11:20:27Z</dcterms:modified>
</cp:coreProperties>
</file>