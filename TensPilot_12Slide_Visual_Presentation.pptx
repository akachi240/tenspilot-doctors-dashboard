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TENSPILOT+ SMART TELEMETRY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CODET Engineering Project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2011680"/>
          </a:xfrm>
          <a:prstGeom prst="rect">
            <a:avLst>
              <a:gd name="adj" fmla="val 454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2700000">
              <a:srgbClr val="00000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</a:rPr>
              <a:t>TensPilot+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</a:rPr>
              <a:t>Smart Telemetry-Enabled TENS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B82F6"/>
                </a:solidFill>
              </a:rPr>
              <a:t>Improving Access to Safe, Intelligent, and Remote Electrotherapy for Nigerians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9260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97280" y="2926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Hardware Photo 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292608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846320" y="2926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App Screenshot 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1. Problem &amp;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Patients over-depend on drugs.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Frequent, expensive hospital visits.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Standard TENS machines are "dumb" (no tracking).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Doctors have zero visibility into home therapy.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low-cost, locally developed TENS device integrated with intelligent monitoring software to bridge the gap between home and hospital.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2. Hardware Design: The Core Device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Circuit / Prototype Image Here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Internal Components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Microcontroller Unit (Arduino)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Battery Supply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Electrodes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Pulse Generation Circuit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How it Works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3657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Generates controlled electrical pulses to stimulate nerves.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3. Hardware Demonstration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Insert Patient Testing / Electrode Placement Photo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11887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</a:rPr>
              <a:t>Capabilities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0" y="20116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Frequency (Hz)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Pulse Width (µs)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Intensity (mA) Control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Portable Operation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4. Ecosystem: Patient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App Home Page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83280" y="1188720"/>
            <a:ext cx="2743200" cy="329184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383280" y="118872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Session Logging 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App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Live Logging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Pain Tracking Algorithm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Therapy Suggestions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Offline Access (PWA)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5. Ecosystem: Doctor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Doctor Dashboard Analytics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Clinical Tools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52160" y="201168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Track Global Compliance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Monitor Effectiveness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Review Pain Progression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Adjust Therapy Plans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6. AI Integration: Gemini Virtual Assistant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 w="25400">
            <a:solidFill>
              <a:srgbClr val="64748B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[ Screenshot: Gemini AI Chat 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89120" y="1188720"/>
            <a:ext cx="4297680" cy="3291840"/>
          </a:xfrm>
          <a:prstGeom prst="roundRect">
            <a:avLst>
              <a:gd name="adj" fmla="val 2778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Gemini-Powered Capabilities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Recommends electrode placement based on pain type.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Provides therapy guidance 24/7.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Key Benefits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3474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Reduces patient misinformation.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• Improves therapy adherence and confidence.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7. Innovative Edge &amp; Market Comparison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8FAFC"/>
                          </a:solidFill>
                        </a:rPr>
                        <a:t>Imported Smart TENS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</a:rPr>
                        <a:t>TensPilot+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Cost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</a:rPr>
                        <a:t>Highly Expensive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Low Cost &amp; Accessible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Monitoring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AB308"/>
                          </a:solidFill>
                        </a:rPr>
                        <a:t>Limited / Bluetooth Only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Global Cloud Telemetry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AI Guidance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</a:rPr>
                        <a:t>None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Gemini Integrated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Nigeria-Focused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</a:rPr>
                        <a:t>Yes (Offline/PWA)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8. Sustainable Development Goals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SDG 3: Good Health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Improved pain management &amp; better quality of life.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SDG 9: Industry &amp; Innovation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AI-enabled healthcare innovation through local hardware.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4899"/>
                </a:solidFill>
              </a:rPr>
              <a:t>SDG 10: Reduced Inequalities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Affordable care for underserved populations &amp; rural areas.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SDG 17: Partnerships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Connects patients and clinicians digitally.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9. Impact &amp; Accessibility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Designed for Nigeria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Works Offline via Service Workers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Runs on low-end Android phones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Reduces transportation costs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✅ Suitable for rural healthcare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</a:rPr>
              <a:t>Vulnerable Demographics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937760" y="20116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Women: Chronic pelvic &amp; menstrual pain.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Children: Non-drug, safe pain relief.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Elderly: Arthritis care with reduced clinic visits.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10. Future Expansion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1: Standalone TENS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Phase 2: Telemetry software (Current Phase)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3: Bluetooth-enabled hardware integration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Phase 4: Official Hospital deployment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Phase 5: National pain-management platform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7315200" cy="32004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B981"/>
                </a:solidFill>
              </a:rPr>
              <a:t>TensPilot+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 practical, affordable, and intelligent electrotherapy ecosystem that: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Relieves pain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Supports clinicians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Empowers patients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• Reduces healthcare burden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3B82F6"/>
                </a:solidFill>
              </a:rPr>
              <a:t>"From Pain Relief to Intelligent Pain Management."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2026-06-08T08:11:38Z</dcterms:created>
  <dcterms:modified xsi:type="dcterms:W3CDTF">2026-06-08T08:11:38Z</dcterms:modified>
</cp:coreProperties>
</file>