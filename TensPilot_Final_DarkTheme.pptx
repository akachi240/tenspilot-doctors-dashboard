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.jpg" ContentType="image/jp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79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TensPilot+ Smart Telemetry 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CODET Project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 Dual-Mode TENS Device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Companion Web Application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Problem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Device Design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Therapy Modes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 &amp; Validation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Application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Synchronization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 Dashboard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AI Assistant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Comparison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Addressing SDGs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Accessibility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Problem &amp; 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95326" y="1059283"/>
            <a:ext cx="4185234" cy="3459274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20309" y="1059283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39811" y="1828800"/>
            <a:ext cx="3966519" cy="2384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TENS devices provide effective pain relief but operate as standalone systems.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tracking of treatment parameters such as pulse width, frequency, or </a:t>
            </a:r>
            <a:r>
              <a:rPr lang="en-US" sz="1400" dirty="0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intensity</a:t>
            </a: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often rely on memory or manual records to report therapy sessions.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have limited visibility into home-based treatment progress and outcomes.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059283"/>
            <a:ext cx="3931920" cy="3459274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299813" y="1143000"/>
            <a:ext cx="35451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97162" y="2065123"/>
            <a:ext cx="3931920" cy="2148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400" dirty="0" err="1">
                <a:solidFill>
                  <a:srgbClr val="F8FA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TensPilot</a:t>
            </a: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combines a locally developed TENS device with a smart monitoring platform:</a:t>
            </a:r>
            <a:b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60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treatment sessions and pain outcomes.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remote clinician oversight.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data-driven insights for better care.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home-based electrotherapy more effective and accountable.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Hardware Design &amp; Testing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Components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Microcontroller Unit (Arduino Uno)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 Supply (5V Power Bank)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L298N H-Bridge Driver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Pulse Generation Circuit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Safety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Capabilities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0" y="3657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Tested on 12 Volunteers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Frequency (1–120 Hz) &amp; Pulse Width Control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Intensity (mA) Control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Portable Operation (4+ Hours)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671118-D538-2C93-735E-0864486547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988" b="24084"/>
          <a:stretch>
            <a:fillRect/>
          </a:stretch>
        </p:blipFill>
        <p:spPr>
          <a:xfrm>
            <a:off x="800002" y="1188720"/>
            <a:ext cx="2981166" cy="32585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Ecosystem: Patient Application</a:t>
            </a:r>
            <a:endParaRPr lang="en-US" sz="3200" dirty="0"/>
          </a:p>
        </p:txBody>
      </p:sp>
      <p:pic>
        <p:nvPicPr>
          <p:cNvPr id="3" name="Image 0" descr="C:/Users/user/.gemini/antigravity/brain/654d5fca-da82-411d-9603-635f30f85081/media__178091036436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1828800" cy="3474720"/>
          </a:xfrm>
          <a:prstGeom prst="rect">
            <a:avLst/>
          </a:prstGeom>
        </p:spPr>
      </p:pic>
      <p:pic>
        <p:nvPicPr>
          <p:cNvPr id="4" name="Image 1" descr="C:/Users/user/.gemini/antigravity/brain/654d5fca-da82-411d-9603-635f30f85081/media__178091036434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77440" y="1005840"/>
            <a:ext cx="1828800" cy="34747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617043" y="1304256"/>
            <a:ext cx="2681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Supports the Device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6255061" y="2150076"/>
            <a:ext cx="2888939" cy="2696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Guides users through therapy sessions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Records treatment parameters and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Tracks pain improvement over 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Connects patients with healthcare providers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Enables access to AI-assisted support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E340C1-4376-035D-6B53-CE1CF679F9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572" t="4529" r="20084" b="8148"/>
          <a:stretch>
            <a:fillRect/>
          </a:stretch>
        </p:blipFill>
        <p:spPr>
          <a:xfrm>
            <a:off x="4297680" y="957648"/>
            <a:ext cx="1957381" cy="31077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E1D7DD8-FE14-0022-993A-FE3618D4E4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810078"/>
            <a:ext cx="2539314" cy="3334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80BA0D-18BF-DCCE-D85A-8B61FE23D592}"/>
              </a:ext>
            </a:extLst>
          </p:cNvPr>
          <p:cNvSpPr txBox="1"/>
          <p:nvPr/>
        </p:nvSpPr>
        <p:spPr>
          <a:xfrm>
            <a:off x="296564" y="4521537"/>
            <a:ext cx="58509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0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TensPilot</a:t>
            </a:r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Patient Application serves as the digital companion to the TENS device, helping users manage therapy sessions, monitor pain levels, receive guidance, and securely share treatment data with healthcare professionals.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Remote Monitoring &amp; Clinical Oversight</a:t>
            </a:r>
            <a:endParaRPr lang="en-US" sz="3200" dirty="0"/>
          </a:p>
        </p:txBody>
      </p:sp>
      <p:pic>
        <p:nvPicPr>
          <p:cNvPr id="3" name="Image 0" descr="C:/Users/user/.gemini/antigravity/brain/654d5fca-da82-411d-9603-635f30f85081/media__178091036485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502920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Benefits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566720" y="1964108"/>
            <a:ext cx="3453714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Secure storage of treatment records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patients directly with healthcare providers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therapy usage and adherence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pain improvement over time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informed treatment decisions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AI Integration: Gemini Virtual Assistant</a:t>
            </a:r>
            <a:endParaRPr lang="en-US" sz="32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l="24865" t="1928" r="3919" b="7021"/>
          <a:stretch>
            <a:fillRect/>
          </a:stretch>
        </p:blipFill>
        <p:spPr>
          <a:xfrm>
            <a:off x="290594" y="1210962"/>
            <a:ext cx="4888305" cy="3515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Capabilities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303520" y="19202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Recommends electrode placement based on pain type.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therapy guidance 24/7.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0352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03520" y="3474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patient misinformation.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Improves therapy adherence and confidence.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Two Therapy Modes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20–120 Hz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pain relief (10–20 minutes)</a:t>
            </a:r>
            <a:endParaRPr lang="en-US" sz="1600" dirty="0"/>
          </a:p>
          <a:p>
            <a:pPr marL="0" indent="0" algn="ctr">
              <a:lnSpc>
                <a:spcPts val="1500"/>
              </a:lnSpc>
              <a:buNone/>
            </a:pPr>
            <a:endParaRPr lang="en-US" sz="16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acute pain &amp; muscle soreness</a:t>
            </a:r>
            <a:endParaRPr lang="en-US" sz="1600" dirty="0"/>
          </a:p>
          <a:p>
            <a:pPr marL="0" indent="0" algn="ctr">
              <a:lnSpc>
                <a:spcPts val="1500"/>
              </a:lnSpc>
              <a:buNone/>
            </a:pPr>
            <a:endParaRPr lang="en-US" sz="16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tingling sensation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ACUPUNCTURE-LIKE MODE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Hz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relief (90–180 minutes)</a:t>
            </a:r>
            <a:endParaRPr lang="en-US" sz="1600" dirty="0"/>
          </a:p>
          <a:p>
            <a:pPr marL="0" indent="0" algn="ctr">
              <a:lnSpc>
                <a:spcPts val="1500"/>
              </a:lnSpc>
              <a:buNone/>
            </a:pPr>
            <a:endParaRPr lang="en-US" sz="16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chronic &amp; neuropathic pain</a:t>
            </a:r>
            <a:endParaRPr lang="en-US" sz="1600" dirty="0"/>
          </a:p>
          <a:p>
            <a:pPr marL="0" indent="0" algn="ctr">
              <a:lnSpc>
                <a:spcPts val="1500"/>
              </a:lnSpc>
              <a:buNone/>
            </a:pPr>
            <a:endParaRPr lang="en-US" sz="16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Rhythmic tapping with contractions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Innovative Edge &amp; Market Comparison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8FAFC"/>
                          </a:solidFill>
                        </a:rPr>
                        <a:t>Imported Smart TENS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TensPilot+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Cost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B923C"/>
                          </a:solidFill>
                        </a:rPr>
                        <a:t>Highly Expensive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Low Cost &amp; Accessible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Monitoring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94A3B8"/>
                          </a:solidFill>
                        </a:rPr>
                        <a:t>Limited / Bluetooth Only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Global Cloud Telemetry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AI Guidance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B923C"/>
                          </a:solidFill>
                        </a:rPr>
                        <a:t>None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Gemini Integrated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Nigeria-Focused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B923C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Yes (Offline/PWA)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Addressing Sustainable Development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3: Good Health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pain management &amp; better quality of life.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9: Industry &amp; Innovation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healthcare innovation through local hardware.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10: Reduced Inequalities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care for underserved populations &amp; rural areas.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17: Partnerships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patients and clinicians digitally across regions.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Impact &amp; Accessibility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Nigeria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Works Offline via Service Workers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Runs on low-end Android phones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Reduces transportation costs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Suitable for rural healthcare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Demographics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199" y="2011680"/>
            <a:ext cx="3657599" cy="2201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Women: Chronic pelvic &amp; menstrual pain.</a:t>
            </a:r>
            <a:endParaRPr lang="en-US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Adolescents and children under professional supervision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Elderly: Arthritis care with reduced clinic visits.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596</Words>
  <Application>Microsoft Office PowerPoint</Application>
  <PresentationFormat>On-screen Show (16:9)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Narrow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Blessing Chukwuma</cp:lastModifiedBy>
  <cp:revision>2</cp:revision>
  <dcterms:created xsi:type="dcterms:W3CDTF">2026-06-08T10:06:05Z</dcterms:created>
  <dcterms:modified xsi:type="dcterms:W3CDTF">2026-06-08T10:54:14Z</dcterms:modified>
</cp:coreProperties>
</file>