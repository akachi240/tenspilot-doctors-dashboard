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"/>
            <a:ext cx="91440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54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TENSPILOT+ SMART TELEMETRY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0" y="4754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Hardware &amp; Software Ecosystem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97280"/>
            <a:ext cx="7315200" cy="2743200"/>
          </a:xfrm>
          <a:prstGeom prst="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463040"/>
            <a:ext cx="73152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38100" dir="2700000">
              <a:srgbClr val="00000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B82F6"/>
                </a:solidFill>
              </a:rPr>
              <a:t>TensPilot+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8FAFC"/>
                </a:solidFill>
              </a:rPr>
              <a:t>Smart TENS Device &amp; Monitoring Ecosystem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Fusing physical electrotherapy hardware with AI-driven software telemetry.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</a:rPr>
              <a:t>1. Problem &amp; Motivation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2926080"/>
          </a:xfrm>
          <a:prstGeom prst="rect">
            <a:avLst>
              <a:gd name="adj" fmla="val 3125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</a:rPr>
              <a:t>The Core Problem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• Standard TENS machines are "dumb" hardware.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• Doctors have no visibility into home usage.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• Patients guess settings and feel unsupported.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931920" cy="2926080"/>
          </a:xfrm>
          <a:prstGeom prst="rect">
            <a:avLst>
              <a:gd name="adj" fmla="val 3125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Our Motivation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37760" y="210312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To build a highly effective physical TENS device and augment it with an innovative software ecosystem that bridges the gap between clinic and home.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</a:rPr>
              <a:t>2. Approach &amp; Uniqueness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2743200"/>
          </a:xfrm>
          <a:prstGeom prst="roundRect">
            <a:avLst>
              <a:gd name="adj" fmla="val 7143"/>
            </a:avLst>
          </a:prstGeom>
          <a:solidFill>
            <a:srgbClr val="0F172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</a:rPr>
              <a:t>1. Hardware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Physical TensPilot+ unit delivers safe, effective electrical impulses to nerves.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108960" y="2560320"/>
            <a:ext cx="457200" cy="274320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0" y="1371600"/>
            <a:ext cx="4572000" cy="27432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2. Software Brain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840480" y="2103120"/>
            <a:ext cx="4206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"Software-Guided Telemetry": Calculates exact parameters.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AI Integration: Gemini acts as a 24/7 virtual assistant.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Real-Time Syncing: Doctors monitor usage via Firebase.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</a:rPr>
              <a:t>Patient Companion App (PWA)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65760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64748B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[ PASTE PATIENT APP SCREENSHOT HERE ]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(Take a screenshot of the app on your phone and paste it over this box)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Features to Highlight: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0" y="20116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Live Session Telemetry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Gemini AI Medical Assistant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Pain Reduction Algorithms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Cloud Sync functionality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</a:rPr>
              <a:t>Clinical Doctor Dashboard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0" y="1371600"/>
            <a:ext cx="457200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64748B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114800" y="137160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[ PASTE DOCTOR DASHBOARD SCREENSHOT HERE ]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(Take a screenshot of the dashboard on your PC and paste it over this box)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Features to Highlight: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Global Compliance Rates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Average Relief Tracking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Secure Link Code Generation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Real-Time Session Logs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</a:rPr>
              <a:t>Significance of Contribution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2743200"/>
          </a:xfrm>
          <a:prstGeom prst="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A Massive Leap for Electrotherapy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Turns Dumb Hardware Smart: Gives patients a premium, monitored experience without the premium price tag.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For Doctors: Transforms subjective feedback into objective hardware usage data.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For Patients: Democratizes access to expert guidance via the Gemini AI.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2026-06-08T06:51:15Z</dcterms:created>
  <dcterms:modified xsi:type="dcterms:W3CDTF">2026-06-08T06:51:15Z</dcterms:modified>
</cp:coreProperties>
</file>