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TensPilot+ Smart Electrotherapy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B82F6"/>
                </a:solidFill>
              </a:rPr>
              <a:t>TensPilot+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</a:rPr>
              <a:t>Smart TENS Device &amp; Monitoring Ecosystem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Fusing physical electrotherapy hardware with AI-driven software telemetry.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1. Problem &amp; Motivation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The Core Problem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Standard TENS machines are "dumb" hardware. They deliver therapy but collect zero data.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Doctors have no visibility into how the patient is using the device at home.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Patients often guess their settings and feel unsupported when dealing with pain.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Our Motivation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To build a highly effective physical TENS device and augment it with an innovative software ecosystem that bridges the gap between clinic and home.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2. Background &amp; Related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Current Landscape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Most local clinics rely on completely isolated, analog hardware.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"Smart" TENS units exist abroad, but they are highly expensive and proprietary.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The TensPilot+ Difference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We constructed a robust physical electrotherapy device.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We paired it with a universal, cloud-connected Software Companion that captures telemetry and guides the patient without requiring expensive bluetooth hardware.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3. Approach &amp; Uniqueness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Hardware + Software Synergy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1. The Hardware: The physical TensPilot+ unit delivers safe, effective electrical impulses to the muscles/nerves.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2. The Software Brain: A Patient App (for logging &amp; AI guidance) + Doctor Dashboard (for remote monitoring).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Why it's Unique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"Software-Guided Telemetry": The app calculates exact parameters for the hardware.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AI Integration: Google Gemini acts as a 24/7 virtual assistant for pad placement and safety.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Real-Time Syncing: Doctors see hardware usage data instantly via Firebase.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4. Local Content &amp; Accessibility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Solving Local Healthcare Challenges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Cost-Effective Hardware: Built to be affordable and accessible for local physiotherapy patients.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Accessible Software: Built as a Progressive Web App (PWA). It runs on any low-cost smartphone, meaning patients don't need expensive iPhones to get "smart" features.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Remote Monitoring: Reduces the burden on overcrowded local clinics by allowing doctors to track physical therapy progress remotely.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5. Knowledge of Research Area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Clinical &amp; Engineering Metrics Tracked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Hardware Parameters: Pulse Width (µs), Frequency (Hz), and Intensity (mA).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Efficacy Tracking: Calculates "Pain Reduction Percentage" using standard Visual Analog Scales (VAS).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Data Integrity: Session data from the hardware is siloed and protected using secure unique IDs via NoSQL document databases.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6. Significance of Contribution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 Massive Leap for Electrotherapy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Turns Dumb Hardware Smart: Gives patients a premium, monitored experience without the premium price tag.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For Doctors: Transforms subjective feedback into objective hardware usage data (Compliance Rates, Avg Relief).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For Patients: Democratizes access to expert guidance via the Gemini AI, ensuring they apply the hardware correctly.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7. Live Practical Demonstration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Watch the Hardware &amp; Software Synergy: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1. The Device: Demonstrating the physical TensPilot+ hardware.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2. The Brain: The app calculates the exact settings the patient should input into the device.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3. Telemetry: Logging the session on the phone and watching the Doctor Dashboard update instantly.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4. AI Assistant: Asking the Gemini AI exactly where to place the physical pads for lower back pain.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2026-06-08T06:49:45Z</dcterms:created>
  <dcterms:modified xsi:type="dcterms:W3CDTF">2026-06-08T06:49:45Z</dcterms:modified>
</cp:coreProperties>
</file>