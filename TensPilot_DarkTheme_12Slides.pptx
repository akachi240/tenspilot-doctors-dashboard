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TensPilot+ Smart Telemetry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CODET Project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Telemetry-Enabled TENS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Access to Safe, Intelligent, and Remote Electrotherapy for Nigerians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TENS machines are "dumb" hardware.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tracking of pulse width, frequency, or intensity.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Reliance on unreliable paper diaries.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Doctors have zero visibility into home therapy.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locally developed TENS device integrated with intelligent monitoring software to bridge the gap between home and hospital. Transforming qualitative guessing into quantitative data.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Hardware Design: The Core Device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Circuit / Prototype Image Here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Show physical components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Components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Microcontroller Unit (Arduino Uno)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Supply (5V Power Bank)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L298N H-Bridge Driver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Pulse Generation Circuit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Safety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0" y="36576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controlled electrical pulses that stimulate nerves and reduce pain without medication.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Hardware Demonstration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Patient Testing Photo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Show device in action on a patient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Capabilities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 (Hz)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Pulse Width (µs)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Intensity (mA)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Portable Operation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Ecosystem: Patient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App Home Page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11887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18872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Session Logging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Logging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Pain Tracking Algorithm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Therapy Suggestions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Access (PWA)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Ecosystem: Doctor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Doctor Dashboard Analytics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Tools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60720" y="201168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Global Compliance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Effectiveness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Pain Progression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Adjust Therapy Plans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AI Integration: Gemini Virtual Assistant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Gemini AI Chat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371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Capabilities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0" y="19202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electrode placement based on pain type.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therapy guidance 24/7.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2926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0" y="34747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patient misinformation.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therapy adherence and confidence.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Innovative Edge &amp; Market Comparison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8FAFC"/>
                          </a:solidFill>
                        </a:rPr>
                        <a:t>Imported Smart TENS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TensPilot+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Cost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Highly Expensive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Low Cost &amp; Accessible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Monitoring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4A3B8"/>
                          </a:solidFill>
                        </a:rPr>
                        <a:t>Limited / Bluetooth Only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Global Cloud Telemetry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AI Guidance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Gemini Integrated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Nigeria-Focused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Yes (Offline/PWA)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Addressing Sustainable Development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3: Good Health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pain management &amp; better quality of life.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9: Industry &amp; Innovation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healthcare innovation through local hardware.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10: Reduced Inequalities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care for underserved populations &amp; rural areas.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17: Partnerships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patients and clinicians digitally across regions.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Impact &amp; Accessibility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Nigeria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Offline via Service Workers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Runs on low-end Android phones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Reduces transportation costs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Suitable for rural healthcare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Demographics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Women: Chronic pelvic &amp; menstrual pain.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Children: Non-drug, safe pain relief.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Elderly: Arthritis care with reduced clinic visits.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Future Expansion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Standalone TENS hardware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Telemetry software (Current Phase)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Bluetooth-enabled hardware integration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Official Hospital deployment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National pain-management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affordable, and intelligent electrotherapy ecosystem that: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Relieves pain    • Supports clinicians    • Empowers patients    • Reduces healthcare burden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Pain Relief to Intelligent Pain Management."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2026-06-08T09:06:36Z</dcterms:created>
  <dcterms:modified xsi:type="dcterms:W3CDTF">2026-06-08T09:06:36Z</dcterms:modified>
</cp:coreProperties>
</file>